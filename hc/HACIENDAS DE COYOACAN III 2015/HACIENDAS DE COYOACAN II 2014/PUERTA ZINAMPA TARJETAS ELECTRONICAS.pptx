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88163" cy="10020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63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3/27/2014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491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3/27/2014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922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3/27/2014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54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3/27/2014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413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3/27/2014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70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3/27/2014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19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3/27/2014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357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3/27/2014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713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3/27/2014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486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3/27/2014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8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B202-45F2-4913-AD4E-7CFF81FE1F4D}" type="datetimeFigureOut">
              <a:rPr lang="en-US" smtClean="0"/>
              <a:t>3/27/2014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17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9B202-45F2-4913-AD4E-7CFF81FE1F4D}" type="datetimeFigureOut">
              <a:rPr lang="en-US" smtClean="0"/>
              <a:t>3/27/2014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DE142-5CBC-4FB9-AED4-A09998762D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264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79512" y="1340768"/>
            <a:ext cx="8964488" cy="5429682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s-MX" b="1" dirty="0">
                <a:solidFill>
                  <a:schemeClr val="tx2"/>
                </a:solidFill>
              </a:rPr>
              <a:t>	</a:t>
            </a:r>
            <a:r>
              <a:rPr lang="es-MX" sz="3500" b="1" dirty="0" smtClean="0">
                <a:solidFill>
                  <a:schemeClr val="tx2"/>
                </a:solidFill>
              </a:rPr>
              <a:t>FAVOR DE RECORDAR QUE, </a:t>
            </a:r>
            <a:r>
              <a:rPr lang="es-MX" sz="3500" b="1" dirty="0" smtClean="0">
                <a:solidFill>
                  <a:srgbClr val="FF0000"/>
                </a:solidFill>
              </a:rPr>
              <a:t>A PARTIR DEL DIA 1º ABRIL/14</a:t>
            </a:r>
            <a:r>
              <a:rPr lang="es-MX" sz="3500" b="1" dirty="0" smtClean="0">
                <a:solidFill>
                  <a:schemeClr val="tx2"/>
                </a:solidFill>
              </a:rPr>
              <a:t>, SE PODRÁ CIRCULAR POR LA ENTRADA Y SALIDA DE ZINAMPA, </a:t>
            </a:r>
            <a:r>
              <a:rPr lang="es-MX" sz="3500" b="1" u="sng" dirty="0" smtClean="0">
                <a:solidFill>
                  <a:srgbClr val="FF0000"/>
                </a:solidFill>
              </a:rPr>
              <a:t>ÚNICAMENTE CON LA TARJETA CONFIGURADA, </a:t>
            </a:r>
            <a:endParaRPr lang="es-MX" b="1" u="sng" dirty="0" smtClean="0">
              <a:solidFill>
                <a:srgbClr val="FF0000"/>
              </a:solidFill>
            </a:endParaRPr>
          </a:p>
          <a:p>
            <a:pPr algn="just"/>
            <a:r>
              <a:rPr lang="es-MX" sz="3500" b="1" dirty="0" smtClean="0">
                <a:solidFill>
                  <a:schemeClr val="tx2"/>
                </a:solidFill>
              </a:rPr>
              <a:t>LOS  VIGILANTES YA NO OPERARAN EL SISTEMA MANUALMENTE.</a:t>
            </a:r>
          </a:p>
          <a:p>
            <a:pPr algn="just"/>
            <a:r>
              <a:rPr lang="es-MX" sz="3500" b="1" dirty="0" smtClean="0">
                <a:solidFill>
                  <a:schemeClr val="tx2"/>
                </a:solidFill>
              </a:rPr>
              <a:t>LAS TARJETAS CONFIGURADAS, SE PUEDEN RECOGER EN ESTANZUELA 149, TEL 2652-1902, PARA COORDINARSE. EL DOMINGO PODRAN RECOGER EN ROMERAL, 10:30 A 14:30 PM. AGRADECEMOS TU COLABORACION.</a:t>
            </a:r>
            <a:endParaRPr lang="es-MX" sz="3500" b="1" dirty="0">
              <a:solidFill>
                <a:schemeClr val="tx2"/>
              </a:solidFill>
            </a:endParaRPr>
          </a:p>
          <a:p>
            <a:pPr algn="just"/>
            <a:endParaRPr lang="es-MX" b="1" dirty="0">
              <a:solidFill>
                <a:schemeClr val="tx2"/>
              </a:solidFill>
            </a:endParaRPr>
          </a:p>
          <a:p>
            <a:pPr algn="just"/>
            <a:r>
              <a:rPr lang="es-MX" sz="3300" b="1" dirty="0" smtClean="0">
                <a:solidFill>
                  <a:schemeClr val="tx2"/>
                </a:solidFill>
              </a:rPr>
              <a:t>LA MESA DIRECTIVA.</a:t>
            </a:r>
          </a:p>
        </p:txBody>
      </p:sp>
      <p:sp>
        <p:nvSpPr>
          <p:cNvPr id="4" name="3 Título"/>
          <p:cNvSpPr>
            <a:spLocks noGrp="1"/>
          </p:cNvSpPr>
          <p:nvPr>
            <p:ph type="ctrTitle"/>
          </p:nvPr>
        </p:nvSpPr>
        <p:spPr>
          <a:xfrm>
            <a:off x="683568" y="34330"/>
            <a:ext cx="7772400" cy="864096"/>
          </a:xfrm>
        </p:spPr>
        <p:txBody>
          <a:bodyPr>
            <a:normAutofit/>
          </a:bodyPr>
          <a:lstStyle/>
          <a:p>
            <a:r>
              <a:rPr lang="es-MX" sz="3600" b="1" u="sng" dirty="0" smtClean="0">
                <a:solidFill>
                  <a:srgbClr val="FF0000"/>
                </a:solidFill>
              </a:rPr>
              <a:t>AVISO  </a:t>
            </a:r>
            <a:r>
              <a:rPr lang="es-MX" sz="3600" b="1" u="sng" dirty="0" smtClean="0">
                <a:solidFill>
                  <a:srgbClr val="FF0000"/>
                </a:solidFill>
              </a:rPr>
              <a:t>IMPORTANTE</a:t>
            </a:r>
            <a:endParaRPr lang="en-US" sz="36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78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351</TotalTime>
  <Words>2</Words>
  <Application>Microsoft Office PowerPoint</Application>
  <PresentationFormat>Presentación en pantalla (4:3)</PresentationFormat>
  <Paragraphs>6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AVISO  IMPORTANTE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PLANILLA AZUL CONTINUIDAD Y MEJORA PERMANENTE</dc:title>
  <dc:creator>Baldemar Sala Bay</dc:creator>
  <cp:lastModifiedBy>Baldemar Sala Bay</cp:lastModifiedBy>
  <cp:revision>44</cp:revision>
  <cp:lastPrinted>2013-09-23T20:46:37Z</cp:lastPrinted>
  <dcterms:created xsi:type="dcterms:W3CDTF">2013-04-10T16:49:56Z</dcterms:created>
  <dcterms:modified xsi:type="dcterms:W3CDTF">2014-03-27T21:11:35Z</dcterms:modified>
</cp:coreProperties>
</file>