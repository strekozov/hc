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6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8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6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7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2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0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0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AA765-0F47-4B9E-9B63-F6367BFCD4D9}" type="datetimeFigureOut">
              <a:rPr lang="en-US" smtClean="0"/>
              <a:t>10/8/2014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F12E6-9901-4C67-9648-C7FCF5F9E9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6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476672"/>
            <a:ext cx="7772400" cy="360040"/>
          </a:xfrm>
        </p:spPr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Estimados vecinos</a:t>
            </a:r>
            <a:r>
              <a:rPr lang="es-MX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s-MX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9552" y="188640"/>
            <a:ext cx="8136904" cy="6669360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s-MX" sz="4600" b="1" dirty="0"/>
          </a:p>
          <a:p>
            <a:pPr algn="just"/>
            <a:endParaRPr lang="es-MX" sz="4600" b="1" dirty="0" smtClean="0"/>
          </a:p>
          <a:p>
            <a:pPr algn="just"/>
            <a:r>
              <a:rPr lang="es-MX" sz="14400" b="1" dirty="0" smtClean="0"/>
              <a:t> </a:t>
            </a:r>
            <a:r>
              <a:rPr lang="es-MX" sz="14400" b="1" dirty="0" smtClean="0"/>
              <a:t>El parque </a:t>
            </a:r>
            <a:r>
              <a:rPr lang="es-MX" sz="14400" b="1" dirty="0" smtClean="0"/>
              <a:t>que tenemos es algo muy valioso para todos los que vivimos en el fraccionamiento, por esta razón, te pedimos nos ayudes a mantenerlo en óptimas condiciones.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16000" b="1" dirty="0" smtClean="0">
                <a:solidFill>
                  <a:srgbClr val="FF0000"/>
                </a:solidFill>
              </a:rPr>
              <a:t>No </a:t>
            </a:r>
            <a:r>
              <a:rPr lang="es-MX" sz="16000" b="1" dirty="0" smtClean="0">
                <a:solidFill>
                  <a:srgbClr val="FF0000"/>
                </a:solidFill>
              </a:rPr>
              <a:t>tires basura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16000" b="1" dirty="0" smtClean="0">
                <a:solidFill>
                  <a:srgbClr val="FF0000"/>
                </a:solidFill>
              </a:rPr>
              <a:t>Por favor recoge las heces de tu perro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16000" b="1" dirty="0" smtClean="0">
                <a:solidFill>
                  <a:srgbClr val="FF0000"/>
                </a:solidFill>
              </a:rPr>
              <a:t>No dejes las heces en bolsas de plástico en el parque.</a:t>
            </a:r>
          </a:p>
          <a:p>
            <a:pPr algn="just"/>
            <a:endParaRPr lang="es-MX" sz="4000" b="1" dirty="0" smtClean="0">
              <a:solidFill>
                <a:srgbClr val="FF0000"/>
              </a:solidFill>
            </a:endParaRPr>
          </a:p>
          <a:p>
            <a:pPr algn="just"/>
            <a:r>
              <a:rPr lang="es-MX" sz="12800" b="1" dirty="0" smtClean="0">
                <a:solidFill>
                  <a:schemeClr val="tx2"/>
                </a:solidFill>
              </a:rPr>
              <a:t>Te agradecemos tu </a:t>
            </a:r>
            <a:r>
              <a:rPr lang="es-MX" sz="12800" b="1" dirty="0" smtClean="0">
                <a:solidFill>
                  <a:schemeClr val="tx2"/>
                </a:solidFill>
              </a:rPr>
              <a:t>comprensión y colaboración</a:t>
            </a:r>
            <a:endParaRPr lang="en-US" sz="1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439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63</Words>
  <Application>Microsoft Office PowerPoint</Application>
  <PresentationFormat>Presentación en pantalla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Estimados vecinos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Estimados vecinos</dc:title>
  <dc:creator>Baldemar Sala Bay</dc:creator>
  <cp:lastModifiedBy>Baldemar Sala Bay</cp:lastModifiedBy>
  <cp:revision>5</cp:revision>
  <dcterms:created xsi:type="dcterms:W3CDTF">2014-05-21T16:59:40Z</dcterms:created>
  <dcterms:modified xsi:type="dcterms:W3CDTF">2014-10-08T15:17:08Z</dcterms:modified>
</cp:coreProperties>
</file>