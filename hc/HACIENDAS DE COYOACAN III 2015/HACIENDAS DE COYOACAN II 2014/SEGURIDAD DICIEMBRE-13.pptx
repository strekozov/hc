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49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12/18/2015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491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12/18/2015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2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12/18/2015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5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12/18/2015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41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12/18/2015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70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12/18/2015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9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12/18/2015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35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12/18/2015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13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12/18/2015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48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12/18/2015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8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12/18/2015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1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9B202-45F2-4913-AD4E-7CFF81FE1F4D}" type="datetimeFigureOut">
              <a:rPr lang="en-US" smtClean="0"/>
              <a:t>12/18/2015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6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773249"/>
            <a:ext cx="8964488" cy="6084751"/>
          </a:xfrm>
        </p:spPr>
        <p:txBody>
          <a:bodyPr>
            <a:normAutofit/>
          </a:bodyPr>
          <a:lstStyle/>
          <a:p>
            <a:r>
              <a:rPr lang="es-MX" sz="2400" b="1" dirty="0" smtClean="0">
                <a:solidFill>
                  <a:schemeClr val="tx1"/>
                </a:solidFill>
              </a:rPr>
              <a:t>EN</a:t>
            </a:r>
            <a:r>
              <a:rPr lang="es-MX" sz="2400" b="1" dirty="0" smtClean="0">
                <a:solidFill>
                  <a:schemeClr val="bg1"/>
                </a:solidFill>
              </a:rPr>
              <a:t> </a:t>
            </a:r>
            <a:r>
              <a:rPr lang="es-MX" sz="2400" b="1" dirty="0" smtClean="0">
                <a:solidFill>
                  <a:schemeClr val="tx1"/>
                </a:solidFill>
              </a:rPr>
              <a:t>VIRTUD DE QUE EN EL MES DE  DICIEMBRE SE INCREMENTAN</a:t>
            </a:r>
            <a:r>
              <a:rPr lang="es-MX" sz="2400" b="1" dirty="0">
                <a:solidFill>
                  <a:schemeClr val="tx1"/>
                </a:solidFill>
              </a:rPr>
              <a:t> </a:t>
            </a:r>
            <a:r>
              <a:rPr lang="es-MX" sz="2400" b="1" dirty="0" smtClean="0">
                <a:solidFill>
                  <a:schemeClr val="tx1"/>
                </a:solidFill>
              </a:rPr>
              <a:t>LOS ROBOS EN CASAS HABITACIÓN , PORQUE HAY GENTE QUE SALE DE VACACIONES, COMPROMISOS SOCIALES Y FAMILIARES, LES RECOMENDAMOS  EXTREMEN LAS MEDIDAS DE SEGURIDAD DE SUS CASAS.</a:t>
            </a:r>
          </a:p>
          <a:p>
            <a:endParaRPr lang="es-MX" sz="2400" b="1" dirty="0">
              <a:solidFill>
                <a:srgbClr val="FFFF00"/>
              </a:solidFill>
            </a:endParaRPr>
          </a:p>
          <a:p>
            <a:r>
              <a:rPr lang="es-MX" sz="2400" b="1" dirty="0" smtClean="0">
                <a:solidFill>
                  <a:schemeClr val="tx1"/>
                </a:solidFill>
              </a:rPr>
              <a:t>POR OTRO LADO , TAL COMO LO HICIMOS EL AÑO PASADO,  LOS DIAS 25 DE DICIEMBRE Y 1º DE ENERO, EL UNICO ACCESO AL FRACCIONAMIENTO, SERA POR RANCHO ROMERAL, YA QUE POR MEDIDAS DE SEGURIDAD, SE CIERRA LA PUERTA DE ZINAMPA Y LA VIGILANCIA SE CONCENTRA EN UN SOLA CASETA, PARA MAYOR VIGILANCIA Y CONTROL.</a:t>
            </a:r>
          </a:p>
          <a:p>
            <a:r>
              <a:rPr lang="es-MX" sz="2400" b="1" dirty="0" smtClean="0">
                <a:solidFill>
                  <a:schemeClr val="tx1"/>
                </a:solidFill>
              </a:rPr>
              <a:t>FELIZ NAVIDAD Y UN PROPERO AÑO 2015  </a:t>
            </a:r>
          </a:p>
          <a:p>
            <a:r>
              <a:rPr lang="es-MX" sz="2400" b="1" dirty="0" smtClean="0">
                <a:solidFill>
                  <a:schemeClr val="tx1"/>
                </a:solidFill>
              </a:rPr>
              <a:t>MESA DIRECTIVA  </a:t>
            </a:r>
          </a:p>
          <a:p>
            <a:endParaRPr lang="es-MX" sz="2400" b="1" dirty="0" smtClean="0">
              <a:solidFill>
                <a:srgbClr val="FF0000"/>
              </a:solidFill>
            </a:endParaRPr>
          </a:p>
        </p:txBody>
      </p:sp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360040"/>
          </a:xfrm>
        </p:spPr>
        <p:txBody>
          <a:bodyPr>
            <a:normAutofit fontScale="90000"/>
          </a:bodyPr>
          <a:lstStyle/>
          <a:p>
            <a:r>
              <a:rPr lang="es-MX" sz="3200" b="1" dirty="0" smtClean="0"/>
              <a:t>              AVISO IMPORTANTE</a:t>
            </a:r>
            <a:r>
              <a:rPr lang="es-MX" sz="3200" b="1" dirty="0" smtClean="0">
                <a:solidFill>
                  <a:schemeClr val="bg1"/>
                </a:solidFill>
              </a:rPr>
              <a:t>VECINOSA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7841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185</TotalTime>
  <Words>115</Words>
  <Application>Microsoft Office PowerPoint</Application>
  <PresentationFormat>Presentación en pantalla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de Office</vt:lpstr>
      <vt:lpstr>              AVISO IMPORTANTEVECINOSA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PLANILLA AZUL CONTINUIDAD Y MEJORA PERMANENTE</dc:title>
  <dc:creator>Baldemar Sala Bay</dc:creator>
  <cp:lastModifiedBy>Bsala</cp:lastModifiedBy>
  <cp:revision>23</cp:revision>
  <cp:lastPrinted>2013-12-20T18:57:38Z</cp:lastPrinted>
  <dcterms:created xsi:type="dcterms:W3CDTF">2013-04-10T16:49:56Z</dcterms:created>
  <dcterms:modified xsi:type="dcterms:W3CDTF">2015-12-19T00:50:28Z</dcterms:modified>
</cp:coreProperties>
</file>