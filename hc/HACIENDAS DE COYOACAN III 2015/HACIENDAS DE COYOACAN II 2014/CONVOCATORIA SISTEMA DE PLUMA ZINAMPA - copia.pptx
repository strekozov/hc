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63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2/28/2014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491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2/28/2014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2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2/28/2014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5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2/28/2014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41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2/28/2014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70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2/28/2014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9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2/28/2014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357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2/28/2014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13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2/28/2014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48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2/28/2014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8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2/28/2014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1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9B202-45F2-4913-AD4E-7CFF81FE1F4D}" type="datetimeFigureOut">
              <a:rPr lang="en-US" smtClean="0"/>
              <a:t>2/28/2014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6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964488" cy="5688632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MX" sz="2400" b="1" dirty="0" smtClean="0">
                <a:solidFill>
                  <a:schemeClr val="tx2"/>
                </a:solidFill>
              </a:rPr>
              <a:t>ESTA</a:t>
            </a:r>
            <a:r>
              <a:rPr lang="es-MX" sz="2400" b="1" dirty="0" smtClean="0">
                <a:solidFill>
                  <a:schemeClr val="tx1"/>
                </a:solidFill>
              </a:rPr>
              <a:t> </a:t>
            </a:r>
            <a:r>
              <a:rPr lang="es-MX" sz="2400" b="1" dirty="0" smtClean="0">
                <a:solidFill>
                  <a:schemeClr val="tx2"/>
                </a:solidFill>
              </a:rPr>
              <a:t>SEMANA  </a:t>
            </a:r>
            <a:r>
              <a:rPr lang="es-MX" sz="2400" b="1" dirty="0" smtClean="0">
                <a:solidFill>
                  <a:schemeClr val="tx2"/>
                </a:solidFill>
              </a:rPr>
              <a:t>INICIAMOS EL </a:t>
            </a:r>
            <a:r>
              <a:rPr lang="es-MX" sz="2400" b="1" dirty="0" smtClean="0">
                <a:solidFill>
                  <a:schemeClr val="tx2"/>
                </a:solidFill>
              </a:rPr>
              <a:t>PROGRAMA </a:t>
            </a:r>
            <a:r>
              <a:rPr lang="es-MX" sz="2400" b="1" dirty="0" smtClean="0">
                <a:solidFill>
                  <a:schemeClr val="tx2"/>
                </a:solidFill>
              </a:rPr>
              <a:t>DE  REC0NFIGURACIÓN DE TODAS LAS TARJETAS ELECTRONICAS, DE ACCESO Y SALIDA DEL </a:t>
            </a:r>
            <a:r>
              <a:rPr lang="es-MX" sz="2400" b="1" dirty="0" smtClean="0">
                <a:solidFill>
                  <a:schemeClr val="tx2"/>
                </a:solidFill>
              </a:rPr>
              <a:t>FRACCIONAMIENTO, POR LAS RAZONES QUE YA CONOCEN. </a:t>
            </a:r>
            <a:r>
              <a:rPr lang="es-MX" sz="2400" b="1" dirty="0" smtClean="0">
                <a:solidFill>
                  <a:schemeClr val="tx2"/>
                </a:solidFill>
              </a:rPr>
              <a:t>EL AVANCE </a:t>
            </a:r>
            <a:r>
              <a:rPr lang="es-MX" sz="2400" b="1" dirty="0" smtClean="0">
                <a:solidFill>
                  <a:schemeClr val="tx2"/>
                </a:solidFill>
              </a:rPr>
              <a:t>AL VIERNES 28, ES</a:t>
            </a:r>
            <a:r>
              <a:rPr lang="es-MX" sz="2400" b="1" dirty="0" smtClean="0">
                <a:solidFill>
                  <a:schemeClr val="tx2"/>
                </a:solidFill>
              </a:rPr>
              <a:t> </a:t>
            </a:r>
            <a:r>
              <a:rPr lang="es-MX" sz="2400" b="1" dirty="0" smtClean="0">
                <a:solidFill>
                  <a:schemeClr val="tx2"/>
                </a:solidFill>
              </a:rPr>
              <a:t>DE APROXIMADAMENTE DEL </a:t>
            </a:r>
            <a:r>
              <a:rPr lang="es-MX" sz="2400" b="1" dirty="0" smtClean="0">
                <a:solidFill>
                  <a:schemeClr val="tx2"/>
                </a:solidFill>
              </a:rPr>
              <a:t>45%, </a:t>
            </a:r>
            <a:r>
              <a:rPr lang="es-MX" sz="2400" b="1" dirty="0" smtClean="0">
                <a:solidFill>
                  <a:schemeClr val="tx2"/>
                </a:solidFill>
              </a:rPr>
              <a:t>MUY POR DEBAJO DE NUESTRO OBJETIVO, </a:t>
            </a:r>
            <a:r>
              <a:rPr lang="es-MX" sz="2400" b="1" dirty="0" smtClean="0">
                <a:solidFill>
                  <a:schemeClr val="tx2"/>
                </a:solidFill>
              </a:rPr>
              <a:t>EL CUAL LO FIJAMOS</a:t>
            </a:r>
            <a:r>
              <a:rPr lang="es-MX" sz="2400" b="1" dirty="0" smtClean="0">
                <a:solidFill>
                  <a:schemeClr val="tx2"/>
                </a:solidFill>
              </a:rPr>
              <a:t> EN 100</a:t>
            </a:r>
            <a:r>
              <a:rPr lang="es-MX" sz="2400" b="1" dirty="0" smtClean="0">
                <a:solidFill>
                  <a:schemeClr val="tx2"/>
                </a:solidFill>
              </a:rPr>
              <a:t>%</a:t>
            </a:r>
          </a:p>
          <a:p>
            <a:pPr algn="just"/>
            <a:r>
              <a:rPr lang="es-MX" sz="2400" b="1" dirty="0" smtClean="0">
                <a:solidFill>
                  <a:schemeClr val="tx2"/>
                </a:solidFill>
              </a:rPr>
              <a:t>DADO EL RESULTADO, </a:t>
            </a:r>
            <a:r>
              <a:rPr lang="es-MX" sz="2400" b="1" dirty="0" smtClean="0">
                <a:solidFill>
                  <a:schemeClr val="tx2"/>
                </a:solidFill>
              </a:rPr>
              <a:t>  </a:t>
            </a:r>
            <a:r>
              <a:rPr lang="es-MX" sz="2400" b="1" dirty="0" smtClean="0">
                <a:solidFill>
                  <a:schemeClr val="tx2"/>
                </a:solidFill>
              </a:rPr>
              <a:t>NOS VEMOS </a:t>
            </a:r>
            <a:r>
              <a:rPr lang="es-MX" sz="2400" b="1" dirty="0" smtClean="0">
                <a:solidFill>
                  <a:schemeClr val="tx2"/>
                </a:solidFill>
              </a:rPr>
              <a:t>OBLIGADOS</a:t>
            </a:r>
            <a:r>
              <a:rPr lang="es-MX" sz="2400" b="1" dirty="0" smtClean="0">
                <a:solidFill>
                  <a:schemeClr val="tx2"/>
                </a:solidFill>
              </a:rPr>
              <a:t> </a:t>
            </a:r>
            <a:r>
              <a:rPr lang="es-MX" sz="2400" b="1" dirty="0" smtClean="0">
                <a:solidFill>
                  <a:schemeClr val="tx2"/>
                </a:solidFill>
              </a:rPr>
              <a:t>A AMPLIAR EL </a:t>
            </a:r>
            <a:r>
              <a:rPr lang="es-MX" sz="2400" b="1" dirty="0" smtClean="0">
                <a:solidFill>
                  <a:schemeClr val="tx2"/>
                </a:solidFill>
              </a:rPr>
              <a:t>PLAZO, </a:t>
            </a:r>
            <a:r>
              <a:rPr lang="es-MX" sz="2400" b="1" dirty="0" smtClean="0">
                <a:solidFill>
                  <a:schemeClr val="tx2"/>
                </a:solidFill>
              </a:rPr>
              <a:t>OTRA </a:t>
            </a:r>
            <a:r>
              <a:rPr lang="es-MX" sz="2400" b="1" dirty="0" smtClean="0">
                <a:solidFill>
                  <a:schemeClr val="tx2"/>
                </a:solidFill>
              </a:rPr>
              <a:t>SEMANA</a:t>
            </a:r>
            <a:r>
              <a:rPr lang="es-MX" sz="2400" b="1" dirty="0" smtClean="0">
                <a:solidFill>
                  <a:schemeClr val="tx2"/>
                </a:solidFill>
              </a:rPr>
              <a:t>, CON EL OBJETO DE QUE TODOS, PUEDAN SALIR POR ZINAMPA.  CABE MENCIONAR QUE, A PARTIR DEL LUNES 10 DE MARZO, LOS VECINOS QUE NO HAYAN RECONFIGURADO SUS TARJETAS, NO PODRAN SALIR POR ZINAMPA, YA QUE LOS VIGILANTES, NO OPERARAN EL SISTEMA MANUALMENTE. </a:t>
            </a:r>
          </a:p>
          <a:p>
            <a:pPr algn="just"/>
            <a:endParaRPr lang="es-MX" sz="2400" b="1" dirty="0">
              <a:solidFill>
                <a:schemeClr val="tx2"/>
              </a:solidFill>
            </a:endParaRPr>
          </a:p>
          <a:p>
            <a:pPr algn="just"/>
            <a:r>
              <a:rPr lang="es-MX" sz="2400" b="1" dirty="0" smtClean="0">
                <a:solidFill>
                  <a:srgbClr val="FF0000"/>
                </a:solidFill>
              </a:rPr>
              <a:t>LES RECORDAMOS QUE EL COST0 DE ESTE SISTEMA, ES ALTO, POR LO REQERIMOS DEL PAGO DE LA CUOTA DE VIGILANCIA Y MANTENIMIENTO, PARA CONTAR CON ESTE SISTEMA, Y NO SERÍA JUSTO, QUE LOS QUE NO PAGAN, TENGAN EL MISMO BENEFICIO, DE LOS QUE SI PAGAN.</a:t>
            </a:r>
          </a:p>
          <a:p>
            <a:pPr algn="just"/>
            <a:endParaRPr lang="es-MX" sz="2400" b="1" dirty="0" smtClean="0">
              <a:solidFill>
                <a:srgbClr val="FF0000"/>
              </a:solidFill>
            </a:endParaRPr>
          </a:p>
          <a:p>
            <a:pPr algn="just"/>
            <a:r>
              <a:rPr lang="es-MX" sz="2400" b="1" dirty="0" smtClean="0">
                <a:solidFill>
                  <a:schemeClr val="tx2"/>
                </a:solidFill>
              </a:rPr>
              <a:t>AGRADECEMOS  </a:t>
            </a:r>
            <a:r>
              <a:rPr lang="es-MX" sz="2400" b="1" dirty="0" smtClean="0">
                <a:solidFill>
                  <a:schemeClr val="tx2"/>
                </a:solidFill>
              </a:rPr>
              <a:t>SU COMPRENSIÓN Y </a:t>
            </a:r>
            <a:r>
              <a:rPr lang="es-MX" sz="2400" b="1" dirty="0" smtClean="0">
                <a:solidFill>
                  <a:schemeClr val="tx2"/>
                </a:solidFill>
              </a:rPr>
              <a:t>COLABORACION, LA CUAL ES DETERMINANTE, PARA EL OBJETIVO.</a:t>
            </a:r>
            <a:endParaRPr lang="es-MX" sz="2400" b="1" dirty="0" smtClean="0">
              <a:solidFill>
                <a:schemeClr val="tx2"/>
              </a:solidFill>
            </a:endParaRPr>
          </a:p>
          <a:p>
            <a:pPr algn="just"/>
            <a:endParaRPr lang="es-MX" sz="2400" b="1" dirty="0" smtClean="0">
              <a:solidFill>
                <a:schemeClr val="tx1"/>
              </a:solidFill>
            </a:endParaRPr>
          </a:p>
          <a:p>
            <a:pPr algn="just"/>
            <a:r>
              <a:rPr lang="es-MX" sz="2400" b="1" dirty="0" smtClean="0">
                <a:solidFill>
                  <a:schemeClr val="tx1"/>
                </a:solidFill>
              </a:rPr>
              <a:t> </a:t>
            </a:r>
            <a:r>
              <a:rPr lang="es-MX" sz="2400" b="1" dirty="0" smtClean="0">
                <a:solidFill>
                  <a:schemeClr val="tx2"/>
                </a:solidFill>
              </a:rPr>
              <a:t>LA MESA </a:t>
            </a:r>
            <a:r>
              <a:rPr lang="es-MX" sz="2400" b="1" dirty="0" smtClean="0">
                <a:solidFill>
                  <a:schemeClr val="tx2"/>
                </a:solidFill>
              </a:rPr>
              <a:t>DIRECTIVA </a:t>
            </a:r>
            <a:endParaRPr lang="es-MX" sz="2400" b="1" dirty="0" smtClean="0">
              <a:solidFill>
                <a:schemeClr val="tx2"/>
              </a:solidFill>
            </a:endParaRPr>
          </a:p>
        </p:txBody>
      </p:sp>
      <p:sp>
        <p:nvSpPr>
          <p:cNvPr id="4" name="3 Título"/>
          <p:cNvSpPr>
            <a:spLocks noGrp="1"/>
          </p:cNvSpPr>
          <p:nvPr>
            <p:ph type="ctrTitle"/>
          </p:nvPr>
        </p:nvSpPr>
        <p:spPr>
          <a:xfrm>
            <a:off x="683568" y="-27384"/>
            <a:ext cx="7772400" cy="864096"/>
          </a:xfrm>
        </p:spPr>
        <p:txBody>
          <a:bodyPr>
            <a:normAutofit/>
          </a:bodyPr>
          <a:lstStyle/>
          <a:p>
            <a:r>
              <a:rPr lang="es-MX" sz="2400" b="1" dirty="0" smtClean="0">
                <a:solidFill>
                  <a:srgbClr val="FF0000"/>
                </a:solidFill>
              </a:rPr>
              <a:t>ESTIMADOS VECINOS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78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324</TotalTime>
  <Words>192</Words>
  <Application>Microsoft Office PowerPoint</Application>
  <PresentationFormat>Presentación en pantalla 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ESTIMADOS VECINOS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PLANILLA AZUL CONTINUIDAD Y MEJORA PERMANENTE</dc:title>
  <dc:creator>Baldemar Sala Bay</dc:creator>
  <cp:lastModifiedBy>Baldemar Sala Bay</cp:lastModifiedBy>
  <cp:revision>39</cp:revision>
  <cp:lastPrinted>2013-09-23T20:46:37Z</cp:lastPrinted>
  <dcterms:created xsi:type="dcterms:W3CDTF">2013-04-10T16:49:56Z</dcterms:created>
  <dcterms:modified xsi:type="dcterms:W3CDTF">2014-02-28T20:15:08Z</dcterms:modified>
</cp:coreProperties>
</file>