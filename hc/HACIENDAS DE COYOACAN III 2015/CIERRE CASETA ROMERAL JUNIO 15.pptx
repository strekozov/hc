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76" autoAdjust="0"/>
  </p:normalViewPr>
  <p:slideViewPr>
    <p:cSldViewPr>
      <p:cViewPr varScale="1">
        <p:scale>
          <a:sx n="87" d="100"/>
          <a:sy n="87" d="100"/>
        </p:scale>
        <p:origin x="-146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9209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197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8924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100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65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2756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8452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5914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95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6682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3518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C140E-2DDE-4FC1-9500-FFDC4A2FD367}" type="datetimeFigureOut">
              <a:rPr lang="es-MX" smtClean="0"/>
              <a:t>27/05/2015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48BC8-311E-4E25-9F5D-7CF2096476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327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11560" y="1916832"/>
            <a:ext cx="7704856" cy="5256584"/>
          </a:xfrm>
        </p:spPr>
        <p:txBody>
          <a:bodyPr>
            <a:normAutofit fontScale="90000"/>
          </a:bodyPr>
          <a:lstStyle/>
          <a:p>
            <a:r>
              <a:rPr lang="es-MX" sz="5300" b="1" dirty="0" smtClean="0">
                <a:solidFill>
                  <a:srgbClr val="FF0000"/>
                </a:solidFill>
              </a:rPr>
              <a:t/>
            </a:r>
            <a:br>
              <a:rPr lang="es-MX" sz="5300" b="1" dirty="0" smtClean="0">
                <a:solidFill>
                  <a:srgbClr val="FF0000"/>
                </a:solidFill>
              </a:rPr>
            </a:br>
            <a:r>
              <a:rPr lang="es-MX" sz="5300" b="1" dirty="0" smtClean="0">
                <a:solidFill>
                  <a:srgbClr val="FF0000"/>
                </a:solidFill>
              </a:rPr>
              <a:t>PUERTA CERRADA POR OBRAS EN DESARROLLO,DE JUNIO 2-5/15.</a:t>
            </a:r>
            <a:r>
              <a:rPr lang="es-MX" sz="3600" b="1" dirty="0" smtClean="0"/>
              <a:t/>
            </a:r>
            <a:br>
              <a:rPr lang="es-MX" sz="3600" b="1" dirty="0" smtClean="0"/>
            </a:br>
            <a:r>
              <a:rPr lang="es-MX" sz="3600" b="1" dirty="0"/>
              <a:t/>
            </a:r>
            <a:br>
              <a:rPr lang="es-MX" sz="3600" b="1" dirty="0"/>
            </a:br>
            <a:r>
              <a:rPr lang="es-MX" sz="4000" b="1" dirty="0" smtClean="0">
                <a:solidFill>
                  <a:schemeClr val="tx2"/>
                </a:solidFill>
              </a:rPr>
              <a:t>DURANTE ESTE PERIODO,  LA ENTRADA Y SALIDA DE VEHICULOS SE LLEVARA A</a:t>
            </a:r>
            <a:r>
              <a:rPr lang="es-MX" b="1" dirty="0" smtClean="0">
                <a:solidFill>
                  <a:schemeClr val="tx2"/>
                </a:solidFill>
              </a:rPr>
              <a:t> </a:t>
            </a:r>
            <a:r>
              <a:rPr lang="es-MX" sz="4000" b="1" dirty="0" smtClean="0">
                <a:solidFill>
                  <a:schemeClr val="tx2"/>
                </a:solidFill>
              </a:rPr>
              <a:t>CABO</a:t>
            </a:r>
            <a:r>
              <a:rPr lang="es-MX" b="1" dirty="0" smtClean="0">
                <a:solidFill>
                  <a:schemeClr val="tx2"/>
                </a:solidFill>
              </a:rPr>
              <a:t> </a:t>
            </a:r>
            <a:r>
              <a:rPr lang="es-MX" sz="4000" b="1" dirty="0" smtClean="0">
                <a:solidFill>
                  <a:schemeClr val="tx2"/>
                </a:solidFill>
              </a:rPr>
              <a:t>POR LA CALLE DE ZINAMPA, ESQUINA CON EL HUESO</a:t>
            </a:r>
            <a:r>
              <a:rPr lang="es-MX" b="1" dirty="0" smtClean="0">
                <a:solidFill>
                  <a:schemeClr val="tx2"/>
                </a:solidFill>
              </a:rPr>
              <a:t>.</a:t>
            </a:r>
            <a:r>
              <a:rPr lang="es-MX" sz="3600" b="1" dirty="0" smtClean="0"/>
              <a:t/>
            </a:r>
            <a:br>
              <a:rPr lang="es-MX" sz="3600" b="1" dirty="0" smtClean="0"/>
            </a:br>
            <a:r>
              <a:rPr lang="es-MX" sz="4000" b="1" dirty="0" smtClean="0">
                <a:solidFill>
                  <a:schemeClr val="tx2"/>
                </a:solidFill>
              </a:rPr>
              <a:t>MUCHAS GRACIAS POR SU COMPRENSION Y COLABORACIÓN</a:t>
            </a:r>
            <a:r>
              <a:rPr lang="es-MX" sz="3600" b="1" dirty="0" smtClean="0"/>
              <a:t/>
            </a:r>
            <a:br>
              <a:rPr lang="es-MX" sz="3600" b="1" dirty="0" smtClean="0"/>
            </a:br>
            <a:r>
              <a:rPr lang="es-MX" sz="3600" b="1" dirty="0"/>
              <a:t/>
            </a:r>
            <a:br>
              <a:rPr lang="es-MX" sz="3600" b="1" dirty="0"/>
            </a:br>
            <a:r>
              <a:rPr lang="es-MX" sz="3600" b="1" dirty="0" smtClean="0"/>
              <a:t/>
            </a:r>
            <a:br>
              <a:rPr lang="es-MX" sz="3600" b="1" dirty="0" smtClean="0"/>
            </a:br>
            <a:r>
              <a:rPr lang="es-MX" sz="3600" b="1" dirty="0"/>
              <a:t/>
            </a:r>
            <a:br>
              <a:rPr lang="es-MX" sz="3600" b="1" dirty="0"/>
            </a:br>
            <a:r>
              <a:rPr lang="es-MX" sz="3600" b="1" dirty="0" smtClean="0"/>
              <a:t/>
            </a:r>
            <a:br>
              <a:rPr lang="es-MX" sz="3600" b="1" dirty="0" smtClean="0"/>
            </a:br>
            <a:r>
              <a:rPr lang="es-MX" sz="3600" b="1" dirty="0"/>
              <a:t/>
            </a:r>
            <a:br>
              <a:rPr lang="es-MX" sz="3600" b="1" dirty="0"/>
            </a:br>
            <a:endParaRPr lang="es-MX" sz="3600" b="1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 smtClean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10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Presentación en pantalla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 PUERTA CERRADA POR OBRAS EN DESARROLLO,DE JUNIO 2-5/15.  DURANTE ESTE PERIODO,  LA ENTRADA Y SALIDA DE VEHICULOS SE LLEVARA A CABO POR LA CALLE DE ZINAMPA, ESQUINA CON EL HUESO. MUCHAS GRACIAS POR SU COMPRENSION Y COLABORACIÓN     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PUERTA CERRADA POR OBRAS EN DESARROLLO,  DE JUNIO 2 AL 5/15.  DURANTE ESTE PERIODO,  LA ENTRADA Y SALIDA DE VEHICULOS SE LLEVARA A CABO POR LA CALLE DE ZINAMPA, ESQUINA CON EL HUESO.</dc:title>
  <dc:creator>Bsala</dc:creator>
  <cp:lastModifiedBy>Bsala</cp:lastModifiedBy>
  <cp:revision>5</cp:revision>
  <dcterms:created xsi:type="dcterms:W3CDTF">2015-05-28T02:00:01Z</dcterms:created>
  <dcterms:modified xsi:type="dcterms:W3CDTF">2015-05-28T02:37:55Z</dcterms:modified>
</cp:coreProperties>
</file>